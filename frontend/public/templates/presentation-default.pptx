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0693400" cy="75565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odec Pro" panose="020B0604020202020204" charset="0"/>
      <p:regular r:id="rId9"/>
    </p:embeddedFont>
    <p:embeddedFont>
      <p:font typeface="Doran" panose="00000800000000000000" pitchFamily="50" charset="-78"/>
      <p:regular r:id="rId10"/>
      <p:bold r:id="rId11"/>
    </p:embeddedFont>
    <p:embeddedFont>
      <p:font typeface="Doran Bold" panose="020B0604020202020204" charset="-78"/>
      <p:regular r:id="rId12"/>
    </p:embeddedFont>
    <p:embeddedFont>
      <p:font typeface="Siwa" panose="020B0604020202020204" charset="-78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4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21160" y="330220"/>
            <a:ext cx="13923" cy="289594"/>
          </a:xfrm>
          <a:custGeom>
            <a:avLst/>
            <a:gdLst/>
            <a:ahLst/>
            <a:cxnLst/>
            <a:rect l="l" t="t" r="r" b="b"/>
            <a:pathLst>
              <a:path w="13923" h="289594">
                <a:moveTo>
                  <a:pt x="0" y="0"/>
                </a:moveTo>
                <a:lnTo>
                  <a:pt x="13923" y="0"/>
                </a:lnTo>
                <a:lnTo>
                  <a:pt x="13923" y="289594"/>
                </a:lnTo>
                <a:lnTo>
                  <a:pt x="0" y="289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2920" y="376251"/>
            <a:ext cx="597528" cy="251416"/>
          </a:xfrm>
          <a:custGeom>
            <a:avLst/>
            <a:gdLst/>
            <a:ahLst/>
            <a:cxnLst/>
            <a:rect l="l" t="t" r="r" b="b"/>
            <a:pathLst>
              <a:path w="597528" h="251416">
                <a:moveTo>
                  <a:pt x="0" y="0"/>
                </a:moveTo>
                <a:lnTo>
                  <a:pt x="597528" y="0"/>
                </a:lnTo>
                <a:lnTo>
                  <a:pt x="597528" y="251416"/>
                </a:lnTo>
                <a:lnTo>
                  <a:pt x="0" y="25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54090" y="287660"/>
            <a:ext cx="421873" cy="413863"/>
          </a:xfrm>
          <a:custGeom>
            <a:avLst/>
            <a:gdLst/>
            <a:ahLst/>
            <a:cxnLst/>
            <a:rect l="l" t="t" r="r" b="b"/>
            <a:pathLst>
              <a:path w="421873" h="413863">
                <a:moveTo>
                  <a:pt x="0" y="0"/>
                </a:moveTo>
                <a:lnTo>
                  <a:pt x="421873" y="0"/>
                </a:lnTo>
                <a:lnTo>
                  <a:pt x="421873" y="413862"/>
                </a:lnTo>
                <a:lnTo>
                  <a:pt x="0" y="413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31512" y="380861"/>
            <a:ext cx="611531" cy="246806"/>
          </a:xfrm>
          <a:custGeom>
            <a:avLst/>
            <a:gdLst/>
            <a:ahLst/>
            <a:cxnLst/>
            <a:rect l="l" t="t" r="r" b="b"/>
            <a:pathLst>
              <a:path w="611531" h="246806">
                <a:moveTo>
                  <a:pt x="0" y="0"/>
                </a:moveTo>
                <a:lnTo>
                  <a:pt x="611531" y="0"/>
                </a:lnTo>
                <a:lnTo>
                  <a:pt x="611531" y="246806"/>
                </a:lnTo>
                <a:lnTo>
                  <a:pt x="0" y="2468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54091" y="287660"/>
            <a:ext cx="421872" cy="413863"/>
          </a:xfrm>
          <a:custGeom>
            <a:avLst/>
            <a:gdLst/>
            <a:ahLst/>
            <a:cxnLst/>
            <a:rect l="l" t="t" r="r" b="b"/>
            <a:pathLst>
              <a:path w="421872" h="413863">
                <a:moveTo>
                  <a:pt x="0" y="0"/>
                </a:moveTo>
                <a:lnTo>
                  <a:pt x="421872" y="0"/>
                </a:lnTo>
                <a:lnTo>
                  <a:pt x="421872" y="413862"/>
                </a:lnTo>
                <a:lnTo>
                  <a:pt x="0" y="413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9021160" y="405971"/>
            <a:ext cx="0" cy="22684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-756359" y="7076326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ar-EG" sz="601">
                <a:solidFill>
                  <a:srgbClr val="10253F"/>
                </a:solidFill>
                <a:latin typeface="Codec Pro"/>
                <a:ea typeface="Codec Pro"/>
                <a:cs typeface="Codec Pro"/>
                <a:sym typeface="Codec Pro"/>
                <a:rtl/>
              </a:rPr>
              <a:t>رقمنة الصحة والإبتكار لعناية راقية وصحة مستدامة</a:t>
            </a:r>
          </a:p>
        </p:txBody>
      </p:sp>
      <p:sp>
        <p:nvSpPr>
          <p:cNvPr id="9" name="AutoShape 9"/>
          <p:cNvSpPr/>
          <p:nvPr/>
        </p:nvSpPr>
        <p:spPr>
          <a:xfrm>
            <a:off x="2081487" y="7144749"/>
            <a:ext cx="9311912" cy="3055"/>
          </a:xfrm>
          <a:prstGeom prst="line">
            <a:avLst/>
          </a:prstGeom>
          <a:ln w="9525" cap="flat">
            <a:solidFill>
              <a:srgbClr val="1025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-436534" y="7164925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en-US" sz="601">
                <a:solidFill>
                  <a:srgbClr val="10253F"/>
                </a:solidFill>
                <a:latin typeface="Codec Pro"/>
                <a:ea typeface="Codec Pro"/>
                <a:cs typeface="Codec Pro"/>
                <a:sym typeface="Codec Pro"/>
              </a:rPr>
              <a:t>Digitalized Health and Innovation Quality Care and sustainable</a:t>
            </a:r>
          </a:p>
        </p:txBody>
      </p:sp>
      <p:sp>
        <p:nvSpPr>
          <p:cNvPr id="11" name="Title Placeholder"/>
          <p:cNvSpPr txBox="1">
            <a:spLocks noGrp="1"/>
          </p:cNvSpPr>
          <p:nvPr>
            <p:ph type="title"/>
          </p:nvPr>
        </p:nvSpPr>
        <p:spPr>
          <a:xfrm>
            <a:off x="914400" y="1000000"/>
            <a:ext cx="9144000" cy="800000"/>
          </a:xfrm>
          <a:prstGeom prst="rect">
            <a:avLst/>
          </a:prstGeom>
          <a:ln>
            <a:noFill/>
          </a:ln>
        </p:spPr>
        <p:txBody>
          <a:bodyPr lIns="0" tIns="0" rIns="0" bIns="0" rtlCol="0" anchor="ctr">
            <a:spAutoFit/>
          </a:bodyPr>
          <a:lstStyle/>
          <a:p>
            <a:pPr algn="ctr" rtl="1"/>
            <a:r>
              <a:rPr lang="ar-EG" sz="3200" b="1">
                <a:solidFill>
                  <a:srgbClr val="10253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العنوان</a:t>
            </a:r>
          </a:p>
        </p:txBody>
      </p:sp>
      <p:sp>
        <p:nvSpPr>
          <p:cNvPr id="12" name="Body Placeholder"/>
          <p:cNvSpPr txBox="1">
            <a:spLocks noGrp="1"/>
          </p:cNvSpPr>
          <p:nvPr>
            <p:ph type="body" idx="1"/>
          </p:nvPr>
        </p:nvSpPr>
        <p:spPr>
          <a:xfrm>
            <a:off x="914400" y="2000000"/>
            <a:ext cx="9144000" cy="4600000"/>
          </a:xfrm>
          <a:prstGeom prst="rect">
            <a:avLst/>
          </a:prstGeom>
          <a:ln>
            <a:noFill/>
          </a:ln>
        </p:spPr>
        <p:txBody>
          <a:bodyPr lIns="91440" tIns="91440" rIns="91440" bIns="91440" rtlCol="0" anchor="t"/>
          <a:lstStyle/>
          <a:p>
            <a:pPr algn="r" rtl="1"/>
            <a:r>
              <a:rPr lang="ar-EG" sz="1800">
                <a:solidFill>
                  <a:srgbClr val="10253F"/>
                </a:solidFill>
                <a:latin typeface="Siwa"/>
                <a:ea typeface="Siwa"/>
                <a:cs typeface="Siwa"/>
                <a:sym typeface="Siwa"/>
                <a:rtl/>
              </a:rPr>
              <a:t>نص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7560000"/>
                </a:moveTo>
                <a:lnTo>
                  <a:pt x="10692000" y="7560000"/>
                </a:lnTo>
                <a:lnTo>
                  <a:pt x="10692000" y="0"/>
                </a:lnTo>
                <a:lnTo>
                  <a:pt x="0" y="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r="-306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43997" y="647667"/>
            <a:ext cx="793490" cy="321687"/>
          </a:xfrm>
          <a:custGeom>
            <a:avLst/>
            <a:gdLst/>
            <a:ahLst/>
            <a:cxnLst/>
            <a:rect l="l" t="t" r="r" b="b"/>
            <a:pathLst>
              <a:path w="793490" h="321687">
                <a:moveTo>
                  <a:pt x="0" y="0"/>
                </a:moveTo>
                <a:lnTo>
                  <a:pt x="793490" y="0"/>
                </a:lnTo>
                <a:lnTo>
                  <a:pt x="793490" y="321687"/>
                </a:lnTo>
                <a:lnTo>
                  <a:pt x="0" y="321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21722" y="686072"/>
            <a:ext cx="12564" cy="261318"/>
          </a:xfrm>
          <a:custGeom>
            <a:avLst/>
            <a:gdLst/>
            <a:ahLst/>
            <a:cxnLst/>
            <a:rect l="l" t="t" r="r" b="b"/>
            <a:pathLst>
              <a:path w="12564" h="261318">
                <a:moveTo>
                  <a:pt x="0" y="0"/>
                </a:moveTo>
                <a:lnTo>
                  <a:pt x="12564" y="0"/>
                </a:lnTo>
                <a:lnTo>
                  <a:pt x="12564" y="261317"/>
                </a:lnTo>
                <a:lnTo>
                  <a:pt x="0" y="26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18521" y="697680"/>
            <a:ext cx="649840" cy="273427"/>
          </a:xfrm>
          <a:custGeom>
            <a:avLst/>
            <a:gdLst/>
            <a:ahLst/>
            <a:cxnLst/>
            <a:rect l="l" t="t" r="r" b="b"/>
            <a:pathLst>
              <a:path w="649840" h="273427">
                <a:moveTo>
                  <a:pt x="0" y="0"/>
                </a:moveTo>
                <a:lnTo>
                  <a:pt x="649840" y="0"/>
                </a:lnTo>
                <a:lnTo>
                  <a:pt x="649840" y="273427"/>
                </a:lnTo>
                <a:lnTo>
                  <a:pt x="0" y="273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67322" y="647667"/>
            <a:ext cx="380680" cy="373452"/>
          </a:xfrm>
          <a:custGeom>
            <a:avLst/>
            <a:gdLst/>
            <a:ahLst/>
            <a:cxnLst/>
            <a:rect l="l" t="t" r="r" b="b"/>
            <a:pathLst>
              <a:path w="380680" h="373452">
                <a:moveTo>
                  <a:pt x="0" y="0"/>
                </a:moveTo>
                <a:lnTo>
                  <a:pt x="380681" y="0"/>
                </a:lnTo>
                <a:lnTo>
                  <a:pt x="380681" y="373452"/>
                </a:lnTo>
                <a:lnTo>
                  <a:pt x="0" y="373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5350762" y="4929701"/>
            <a:ext cx="3604" cy="607016"/>
          </a:xfrm>
          <a:prstGeom prst="line">
            <a:avLst/>
          </a:prstGeom>
          <a:ln w="9525" cap="flat">
            <a:solidFill>
              <a:srgbClr val="FCF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007414" y="6192527"/>
            <a:ext cx="2677173" cy="17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443"/>
              </a:lnSpc>
            </a:pPr>
            <a:r>
              <a:rPr lang="ar-EG" sz="1031">
                <a:solidFill>
                  <a:srgbClr val="FFFFFF"/>
                </a:solidFill>
                <a:latin typeface="Siwa"/>
                <a:ea typeface="Siwa"/>
                <a:cs typeface="Siwa"/>
                <a:sym typeface="Siwa"/>
                <a:rtl/>
              </a:rPr>
              <a:t>المديرية العامة لتقنية المعلومات والصحة الرقمية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9057" y="2517829"/>
            <a:ext cx="8393887" cy="78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744"/>
              </a:lnSpc>
            </a:pPr>
            <a:r>
              <a:rPr lang="ar-EG" sz="3788" b="1" spc="11">
                <a:solidFill>
                  <a:srgbClr val="FCFEF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{{TITLE}}</a:t>
            </a:r>
          </a:p>
          <a:p>
            <a:pPr algn="ctr" rtl="1">
              <a:lnSpc>
                <a:spcPts val="2400"/>
              </a:lnSpc>
            </a:pPr>
            <a:r>
              <a:rPr lang="ar-EG" sz="2200" b="1" spc="11">
                <a:solidFill>
                  <a:srgbClr val="FCFEF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{{NAME}}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756359" y="7076326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ar-EG" sz="601">
                <a:solidFill>
                  <a:srgbClr val="FCFEFF"/>
                </a:solidFill>
                <a:latin typeface="Codec Pro"/>
                <a:ea typeface="Codec Pro"/>
                <a:cs typeface="Codec Pro"/>
                <a:sym typeface="Codec Pro"/>
                <a:rtl/>
              </a:rPr>
              <a:t>رقمنة الصحة والإبتكار لعناية راقية وصحة مستدامة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081487" y="7144749"/>
            <a:ext cx="9311912" cy="3055"/>
          </a:xfrm>
          <a:prstGeom prst="line">
            <a:avLst/>
          </a:prstGeom>
          <a:ln w="9525" cap="flat">
            <a:solidFill>
              <a:srgbClr val="FCF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-436534" y="7164925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en-US" sz="601">
                <a:solidFill>
                  <a:srgbClr val="FCFEFF"/>
                </a:solidFill>
                <a:latin typeface="Codec Pro"/>
                <a:ea typeface="Codec Pro"/>
                <a:cs typeface="Codec Pro"/>
                <a:sym typeface="Codec Pro"/>
              </a:rPr>
              <a:t>Digitalized Health and Innovation Quality Care and sustainable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EG" sz="3200" b="1">
                <a:solidFill>
                  <a:srgbClr val="10253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العنوان</a:t>
            </a:r>
          </a:p>
        </p:txBody>
      </p:sp>
      <p:sp>
        <p:nvSpPr>
          <p:cNvPr id="3" name="Body Placeholder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sz="1800">
                <a:solidFill>
                  <a:srgbClr val="10253F"/>
                </a:solidFill>
                <a:latin typeface="Siwa"/>
                <a:ea typeface="Siwa"/>
                <a:cs typeface="Siwa"/>
                <a:sym typeface="Siwa"/>
                <a:rtl/>
              </a:rPr>
              <a:t>نص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7560000"/>
                </a:moveTo>
                <a:lnTo>
                  <a:pt x="10692000" y="7560000"/>
                </a:lnTo>
                <a:lnTo>
                  <a:pt x="10692000" y="0"/>
                </a:lnTo>
                <a:lnTo>
                  <a:pt x="0" y="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r="-306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71944" y="2907605"/>
            <a:ext cx="1048571" cy="425099"/>
          </a:xfrm>
          <a:custGeom>
            <a:avLst/>
            <a:gdLst/>
            <a:ahLst/>
            <a:cxnLst/>
            <a:rect l="l" t="t" r="r" b="b"/>
            <a:pathLst>
              <a:path w="1048571" h="425099">
                <a:moveTo>
                  <a:pt x="0" y="0"/>
                </a:moveTo>
                <a:lnTo>
                  <a:pt x="1048571" y="0"/>
                </a:lnTo>
                <a:lnTo>
                  <a:pt x="1048571" y="425098"/>
                </a:lnTo>
                <a:lnTo>
                  <a:pt x="0" y="425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34815" y="2937574"/>
            <a:ext cx="16602" cy="345323"/>
          </a:xfrm>
          <a:custGeom>
            <a:avLst/>
            <a:gdLst/>
            <a:ahLst/>
            <a:cxnLst/>
            <a:rect l="l" t="t" r="r" b="b"/>
            <a:pathLst>
              <a:path w="16602" h="345323">
                <a:moveTo>
                  <a:pt x="0" y="0"/>
                </a:moveTo>
                <a:lnTo>
                  <a:pt x="16602" y="0"/>
                </a:lnTo>
                <a:lnTo>
                  <a:pt x="16602" y="345323"/>
                </a:lnTo>
                <a:lnTo>
                  <a:pt x="0" y="345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62731" y="2952913"/>
            <a:ext cx="858743" cy="361325"/>
          </a:xfrm>
          <a:custGeom>
            <a:avLst/>
            <a:gdLst/>
            <a:ahLst/>
            <a:cxnLst/>
            <a:rect l="l" t="t" r="r" b="b"/>
            <a:pathLst>
              <a:path w="858743" h="361325">
                <a:moveTo>
                  <a:pt x="0" y="0"/>
                </a:moveTo>
                <a:lnTo>
                  <a:pt x="858743" y="0"/>
                </a:lnTo>
                <a:lnTo>
                  <a:pt x="858743" y="361325"/>
                </a:lnTo>
                <a:lnTo>
                  <a:pt x="0" y="361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20101" y="2886824"/>
            <a:ext cx="503057" cy="493504"/>
          </a:xfrm>
          <a:custGeom>
            <a:avLst/>
            <a:gdLst/>
            <a:ahLst/>
            <a:cxnLst/>
            <a:rect l="l" t="t" r="r" b="b"/>
            <a:pathLst>
              <a:path w="503057" h="493504">
                <a:moveTo>
                  <a:pt x="0" y="0"/>
                </a:moveTo>
                <a:lnTo>
                  <a:pt x="503056" y="0"/>
                </a:lnTo>
                <a:lnTo>
                  <a:pt x="503056" y="493504"/>
                </a:lnTo>
                <a:lnTo>
                  <a:pt x="0" y="493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49240" y="3749922"/>
            <a:ext cx="4046736" cy="143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1120"/>
              </a:lnSpc>
            </a:pPr>
            <a:r>
              <a:rPr lang="ar-EG" sz="800">
                <a:solidFill>
                  <a:srgbClr val="FCFEFF"/>
                </a:solidFill>
                <a:latin typeface="Siwa"/>
                <a:ea typeface="Siwa"/>
                <a:cs typeface="Siwa"/>
                <a:sym typeface="Siwa"/>
                <a:rtl/>
              </a:rPr>
              <a:t>رقــــــــــــــمنة الـــــــــصحة والإبتـــــكار لـــــعناية راقـــــــــية وصـــــــحة مـــــــــــستدامة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96024" y="3865069"/>
            <a:ext cx="440345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9"/>
              </a:lnSpc>
            </a:pPr>
            <a:r>
              <a:rPr lang="en-US" sz="1099">
                <a:solidFill>
                  <a:srgbClr val="FCFEFF"/>
                </a:solidFill>
                <a:latin typeface="Siwa"/>
                <a:ea typeface="Siwa"/>
                <a:cs typeface="Siwa"/>
                <a:sym typeface="Siwa"/>
              </a:rPr>
              <a:t>Digitalized Health and Innovation Quality Care and sustainable</a:t>
            </a:r>
          </a:p>
        </p:txBody>
      </p:sp>
      <p:sp>
        <p:nvSpPr>
          <p:cNvPr id="9" name="Freeform 9"/>
          <p:cNvSpPr/>
          <p:nvPr/>
        </p:nvSpPr>
        <p:spPr>
          <a:xfrm>
            <a:off x="4286299" y="4170504"/>
            <a:ext cx="2636358" cy="502672"/>
          </a:xfrm>
          <a:custGeom>
            <a:avLst/>
            <a:gdLst/>
            <a:ahLst/>
            <a:cxnLst/>
            <a:rect l="l" t="t" r="r" b="b"/>
            <a:pathLst>
              <a:path w="2636358" h="502672">
                <a:moveTo>
                  <a:pt x="0" y="0"/>
                </a:moveTo>
                <a:lnTo>
                  <a:pt x="2636358" y="0"/>
                </a:lnTo>
                <a:lnTo>
                  <a:pt x="2636358" y="502672"/>
                </a:lnTo>
                <a:lnTo>
                  <a:pt x="0" y="502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976903" y="3475578"/>
            <a:ext cx="3041294" cy="18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58"/>
              </a:lnSpc>
            </a:pPr>
            <a:r>
              <a:rPr lang="ar-EG" sz="1113">
                <a:solidFill>
                  <a:srgbClr val="FCFEFF"/>
                </a:solidFill>
                <a:latin typeface="Doran"/>
                <a:ea typeface="Doran"/>
                <a:cs typeface="Doran"/>
                <a:sym typeface="Doran"/>
                <a:rtl/>
              </a:rPr>
              <a:t>صــــحــة ــ رائــــــدة ــ مـــــــــــستدامة ــ للــــــــــجميع</a:t>
            </a:r>
            <a:r>
              <a:rPr lang="en-US" sz="1113">
                <a:solidFill>
                  <a:srgbClr val="FCFEFF"/>
                </a:solidFill>
                <a:latin typeface="Doran"/>
                <a:ea typeface="Doran"/>
                <a:cs typeface="Doran"/>
                <a:sym typeface="Doran"/>
              </a:rPr>
              <a:t>#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Custom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Siwa</vt:lpstr>
      <vt:lpstr>Calibri</vt:lpstr>
      <vt:lpstr>Doran</vt:lpstr>
      <vt:lpstr>Codec Pro</vt:lpstr>
      <vt:lpstr>Arial</vt:lpstr>
      <vt:lpstr>Doran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بوربوينت </dc:title>
  <cp:lastModifiedBy>Fatma Ali Salim Al Lamki</cp:lastModifiedBy>
  <cp:revision>2</cp:revision>
  <dcterms:created xsi:type="dcterms:W3CDTF">2006-08-16T00:00:00Z</dcterms:created>
  <dcterms:modified xsi:type="dcterms:W3CDTF">2025-11-05T08:18:55Z</dcterms:modified>
  <dc:identifier>DAG3oT9StJQ</dc:identifier>
</cp:coreProperties>
</file>